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4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5.xml"/><Relationship Id="rId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6.xml"/><Relationship Id="rId4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7.xml"/><Relationship Id="rId4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8.xml"/><Relationship Id="rId4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9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0.xml"/><Relationship Id="rId4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1.xml"/><Relationship Id="rId4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2.xml"/><Relationship Id="rId4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3.xml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4.xml"/><Relationship Id="rId4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5.xml"/><Relationship Id="rId4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6.xml"/><Relationship Id="rId4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DAY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52525"/>
                </a:solidFill>
                <a:latin typeface="Segoe Print"/>
              </a:rPr>
              <a:t>LONGEST CONSECUTIVE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9695F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D5748"/>
                </a:solidFill>
                <a:latin typeface="Segoe Print"/>
              </a:rPr>
              <a:t>Interview-focused learning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52525"/>
                </a:solidFill>
                <a:latin typeface="Segoe Print"/>
              </a:rPr>
              <a:t>LeetCode 128</a:t>
            </a: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01/20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What are we finding?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Given an unsorted array, find the length of the longest sequence of consecutive integers.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Numbers in the sequence must differ by exactly 1.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Order in the original array does NOT matter.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Example: [100, 4, 200, 1, 3, 2] → longest = [1, 2, 3, 4] → answer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02/20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Think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What makes it tricky?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The array is unsorted.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Duplicates may exist.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We need the longest run, not just the largest value.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A good interview solution should avoid repeatedly scanning the whole array.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Target: O(n) average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03/20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Approach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Brute Force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For every number x, repeatedly check whether x+1 exists.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Use a linear search for each next value.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This can scan the array many times.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Worst-case time: O(n²).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Useful mainly for understanding the problem—not for the final interview solution.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04/20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Approach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Sort Then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Sort the array first.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Scan adjacent values and count consecutive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Skip duplicates instead of breaking the streak.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Sorting dominates the runtime.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Time: O(n log n)  |  Extra space: O(1)–O(n), depending on sorting implementation.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05/20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Sorting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See the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Input:  [100, 4, 200, 1, 3, 2]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Sorted: [1, 2, 3, 4, 100, 200]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1 → 2 → 3 → 4 gives length 4.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100 and 200 start separate sequences.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Answer =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06/20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Optimal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Use a HashSet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Put every value into an unordered_set.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For each x, ask: does x - 1 exist?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If YES → x is not the start of a sequence.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If NO → x is a sequence START.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Then keep checking x+1, x+2, ...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5266943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93791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Each sequence is expanded only from its true start.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9" name="TextBox 18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07/20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Why It Becomes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The key interview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Most numbers are not sequence starts.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We only expand when x-1 is absent.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A value is visited while building a sequence, rather than restarting the scan from every value.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18795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1480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unordered_set lookup is O(1) on average.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46320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73168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Overall: O(n) average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08/20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Dry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Input → [100, 4, 200, 1, 3, 2]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x = 100 → 99 absent → sequence length = 1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x = 4 → 3 exists → NOT a start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x = 200 → 199 absent → length = 1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x = 1 → 0 absent → 1,2,3,4 → length = 4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x = 3 → 2 exists → NOT a start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5266943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93791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x = 2 → 1 exists → NOT a start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5925311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852159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Maximum =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21" name="TextBox 20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09/20</a:t>
            </a:r>
          </a:p>
        </p:txBody>
      </p:sp>
      <p:sp>
        <p:nvSpPr>
          <p:cNvPr id="23" name="Rounded Rectangle 22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4" name="Rounded Rectangle 23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Step-by-step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1. Create an unordered_set from the array.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2. Set longest = 0.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3. For every x in the set: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   • if x-1 exists → continue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   • otherwise start a streak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5266943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93791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4. While x+1 exists, increase the current length.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5925311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852159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5. Update longest.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658367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651052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6. Return longest.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10/20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C++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Clean interview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525"/>
                </a:solidFill>
                <a:latin typeface="Cascadia Mono"/>
              </a:rPr>
              <a:t>int longestConsecutive(vector&lt;int&gt;&amp; nums) {
    unordered_set&lt;int&gt; st(nums.begin(), nums.end());
    int longest = 0;
    for (int x : st) {
        if (st.count(x - 1)) continue;
        int len = 1;
        while (st.count(x + len))
            len++;
        longest = max(longest, len);
    }
    return longest;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11/20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Know this in the interview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Build HashSet: O(n) average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Outer loop: O(n)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Sequence expansion: O(n) total across sequence starts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Time: O(n) average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Space: O(n)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5266943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93791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Worst-case hash behavior can degrade, but interview analysis uses average O(1) lookup.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9" name="TextBox 18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12/20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Watch these carefully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❌ Expanding from every number → can become O(n²)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❌ Forgetting duplicates can exist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❌ Sorting when the interviewer asks for O(n) average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❌ Checking x+1 without first checking x-1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❌ Using a vector search inside the loop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5266943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93791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52525"/>
                </a:solidFill>
                <a:latin typeface="Segoe Print"/>
              </a:rPr>
              <a:t>❌ Confusing consecutive values with consecutive array indices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9" name="TextBox 18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13/20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Interview recognition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Pattern: Hashing + Sequence Expansion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Signal words: “unsorted array” + “longest consecutive” + “O(n)”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Core trick: identify sequence STARTS.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Mental model: “No predecessor → start counting successors.”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14/20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LeetCode 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Longest Consecutive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Problem: LeetCode 128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Input: [0,3,7,2,5,8,4,6,0,1]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Longest sequence: 0,1,2,3,4,5,6,7,8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Expected answer: 9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Practice goal: write the HashSet solution without looking at notes.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15/20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Practice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Try these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1. LeetCode 217 — Contains Duplicate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2. LeetCode 349 — Intersection of Two Arrays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3. LeetCode 560 — Subarray Sum Equals K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Focus: identify when HashSet / HashMap can replace repeated searching.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Tip: explain the pattern before coding.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16/20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Remember this one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“If x-1 is absent, x is the start of a consecutive sequence.”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Use unordered_set for average O(1) membership checks.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Do not expand from numbers that already have a predecessor.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Target complexity: O(n) average time + O(n) space.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Interview-ready pattern: Hashing + sequence expansion.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17/20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10991088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5748"/>
                </a:solidFill>
                <a:latin typeface="Aptos"/>
              </a:rPr>
              <a:t>Tomorrow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2525"/>
                </a:solidFill>
                <a:latin typeface="Segoe Print"/>
              </a:rPr>
              <a:t>DAY 37 → UNION-FIND / DSU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1155680" cy="4434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75104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01952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Next: Disjoint Set Union (DSU)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33472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Learn: parent, rank/size, path compression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291839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18687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Then: connected components and interview patterns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950207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77055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GitHub repository: dsa_ppt_post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08575"/>
            <a:ext cx="100584" cy="100584"/>
          </a:xfrm>
          <a:prstGeom prst="ellipse">
            <a:avLst/>
          </a:prstGeom>
          <a:solidFill>
            <a:srgbClr val="3D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3"/>
            <a:ext cx="10012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525"/>
                </a:solidFill>
                <a:latin typeface="Segoe Print"/>
              </a:rPr>
              <a:t>Keep building DSA one pattern at a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9904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9695F"/>
                </a:solidFill>
                <a:latin typeface="Aptos"/>
              </a:rPr>
              <a:t>↳ think • test • explain • code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411480" y="6473952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5F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739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5F"/>
                </a:solidFill>
                <a:latin typeface="Aptos"/>
              </a:rPr>
              <a:t>DAY 36  •  18/20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378440" y="256032"/>
            <a:ext cx="566928" cy="310896"/>
          </a:xfrm>
          <a:prstGeom prst="roundRect">
            <a:avLst/>
          </a:prstGeom>
          <a:solidFill>
            <a:srgbClr val="FFFDF7"/>
          </a:solidFill>
          <a:ln>
            <a:solidFill>
              <a:srgbClr val="D6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