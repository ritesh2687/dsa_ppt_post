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Day 19 — Merge Intervals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AAB2C0"/>
                </a:solidFill>
                <a:latin typeface="Aptos"/>
              </a:rPr>
              <a:t>DSA Daily Series • From Basics to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Merge overlapping intervals efficiently using sorting + a greedy scan.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Pattern: Sorting + Interval Merging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AB2C0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Learning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Understand what an interval represents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Identify when intervals overlap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Learn the merge condition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Implement the pattern in C++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Analyze complexity and recognize interview 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AB2C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🧠 What is Merge Intervals?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An interval is represented as [start, end].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Two intervals overlap when the next start ≤ current end.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Merge them into one interval covering both ranges.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Example: [1,3] + [2,6] → [1,6]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AB2C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❓ Why Do We Need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Raw intervals may contain redundant overlapping ranges.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Merging reduces them to a clean set of non-overlapping intervals.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Useful for schedules, bookings, ranges, timelines, memory blocks, and event windows.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Without sorting, finding all overlaps can become expensive.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AB2C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⚙️ 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1. Sort intervals by start time.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2. Keep the last merged interval.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3. If current.start ≤ last.end, overlap exists.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4. Extend last.end = max(last.end, current.end).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5. Otherwise, store the current interval as a new block.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AB2C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Overlap vs No Overlap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Overlap: [1,5] and [3,7] → [1,7]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Touching: [1,5] and [5,8] → [1,8] under the standard condition.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No overlap: [1,3] and [5,8] → keep both.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Key check: current.start &lt;= last.end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AB2C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Step-by-Step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Input: [[1,3], [2,6], [8,10], [9,12]]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Sort → already sorted.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[1,3] + [2,6] → [1,6]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[1,6] + [8,10] → separate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[8,10] + [9,12] → [8,12]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Answer: [[1,6], [8,12]]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AB2C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Visual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[1────3]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   [2────────6]  →  [1────────6]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[8────10]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   [9──────────12] → [8──────────12]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AB2C0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💻 C++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The standard implementation uses vector&lt;vector&lt;int&gt;&gt; and sort().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The result vector stores merged intervals.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Each interval is processed once after sorting.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AB2C0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C++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0876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ADC96"/>
                </a:solidFill>
                <a:latin typeface="Consolas"/>
              </a:rPr>
              <a:t>vector&lt;vector&lt;int&gt;&gt; merge(vector&lt;vector&lt;int&gt;&gt;&amp; intervals) {
    if (intervals.empty()) return {};
    sort(intervals.begin(), intervals.end());
    vector&lt;vector&lt;int&gt;&gt; ans;
    ans.push_back(intervals[0]);
    for (int i = 1; i &lt; intervals.size(); i++) {
        int start = intervals[i][0];
        int end   = intervals[i][1];
        if (start &lt;= ans.back()[1]) {
            ans.back()[1] = max(ans.back()[1], end);
        } else {
            ans.push_back(intervals[i]);
        }
    }
    return ans;
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AB2C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🔍 Dry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Current result starts empty.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Take [1,3] → result = [[1,3]]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Take [2,6] → overlap → update end to 6.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Take [8,10] → no overlap → append.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Take [9,12] → overlap → update end to 12.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AB2C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Greedy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Why can we safely merge immediately?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After sorting by start, future intervals start no earlier than the current one.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If an interval overlaps the last merged interval, extending its end is always safe.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This is a classic greedy interval pattern.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AB2C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⏱️ Complexity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Sorting: O(n log n)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Single scan: O(n)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Total: O(n log n)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Extra result space: O(n)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Auxiliary space depends on the sorting implementation and language details.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AB2C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🧩 LeetCode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56. Merge Intervals — core problem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57. Insert Interval — merge while inserting a new range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986. Interval List Intersections — compare two sorted interval lists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Recommended order: 56 → 57 → 986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AB2C0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⚠️ 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Forgetting to sort by start time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Using &lt; instead of &lt;= when touching intervals should merge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Updating the end with assignment instead of max()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Confusing interval index with start/end values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Overcomplicating the scan with nested loops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AB2C0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💡 Interview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When you see intervals, immediately ask: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“Are they sorted?”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“Do I need to merge overlaps?”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“Does touching count as overlap?”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A strong first move is: Sort by start → scan once → merge greedily.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AB2C0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Quick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Pattern: Sort + Greedy Scan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Overlap condition: start ≤ lastEnd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Merge: lastEnd = max(lastEnd, currentEnd)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Complexity: O(n log n)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Think: schedules, ranges, bookings, timelines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AB2C0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📚 Tomorrow — Array Patterns &amp; Common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Next: common array problem-solving patterns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Focus areas: frequency/counting, two pointers, sliding window, prefix ideas, and in-place techniques.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Goal: recognize the pattern before writing code.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Keep learning daily 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AB2C0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Day 19 Complete 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Merge Intervals mastered.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One pattern can solve many interview problems.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Practice → recognize → implement → optimize.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GitHub: github.com/ritesh2687/dsa_ppt_post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AB2C0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