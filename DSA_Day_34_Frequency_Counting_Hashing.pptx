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DAY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Frequency Counting Using Hashing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Count smart. Store once. Query fast.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01 —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What is Frequency Counting?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Frequency counting stores how many times each value appears.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Example: [2, 1, 2, 3, 2, 1] → 1:2, 2:3, 3:1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It replaces repeated scanning with a single 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02 — WHY HASHING?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Why use Hashing for frequency?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A hash table stores key → value pairs.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Key = element, Value = frequency.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unordered_map provides average O(1) insert/update/lookup.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Useful when values are not limited to a small fixed range.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03 — THE CORE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The 1-line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5074920" cy="3886200"/>
          </a:xfrm>
          <a:prstGeom prst="roundRect">
            <a:avLst/>
          </a:prstGeom>
          <a:solidFill>
            <a:srgbClr val="EBEDE7"/>
          </a:solidFill>
          <a:ln>
            <a:solidFill>
              <a:srgbClr val="D2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176272"/>
            <a:ext cx="44348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nsolas"/>
              </a:rPr>
              <a:t>freq[x]++;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For every element x: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freq[x]++;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If x is new, [] creates its entry with default value 0, then increments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04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Example: [2, 1, 2, 3, 2, 1]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Start → {}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Read 2 → {2:1}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Read 1 → {2:1, 1:1}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Read 2 → {2:2, 1:1}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Read 3 → {2:2, 1:1, 3:1}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Read 2 → {2:3, 1:1, 3:1}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Read 1 → {2:3, 1:2, 3:1}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05 — C++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unordered_map in C++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#include &lt;bits/stdc++.h&gt;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using namespace std;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unordered_map&lt;int, int&gt; freq;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06 —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Count frequencies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for (int x : arr)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    freq[x]++;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for (auto &amp;p : freq)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    cout &lt;&lt; p.first &lt;&lt; " : " &lt;&lt; p.second &lt;&lt; '\n';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07 — TRACE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One pass, one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Array: 4 4 2 4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4 → 1 → 2 →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2 → 1 →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Final: 4:3, 2:2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08 —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Time &amp;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Time: O(n) average.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Each element performs an average O(1) hash update.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Space: O(k), where k = number of distinct 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82D"/>
                </a:solidFill>
                <a:latin typeface="Comic Sans MS"/>
              </a:rPr>
              <a:t>• Worst-case hashing can degrade, but average complexity is the standard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09 — PATTERN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Find the most frequent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Build the frequency 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Track the largest frequency while iterating through the 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Keep a separate answer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10 — PATTERN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Frequency as a lookup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Question: Does a value occur at least k times?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Build freq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Then check: freq[x] &gt;= 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Useful in duplicates, counting, and matching problems.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11 — PATTERN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Character frequency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For strings, the same idea works: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unordered_map&lt;char,int&gt; freq;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for (char c : s) freq[c]++;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Useful for anagrams, unique characters, and duplicate detection.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12 —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Watch these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❌ Re-scanning the full array for every value → O(n²)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❌ Forgetting to increment the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❌ Assuming unordered_map iteration is sorted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❌ Using [] just to check existence when find()/count() is clearer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❌ Ignoring tie-handling when the problem specifies a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13 — PROBLEM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Valid Anagram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Given s and t, determine whether they contain the same character frequencies.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Idea: count s, subtract t. Every final count must be 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Pattern: frequency matching.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14 — SOLUTION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Valid Anagram — C++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bool isAnagram(string s, string t)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    if (s.size() != t.size()) return false;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    unordered_map&lt;char,int&gt; f;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    for (char c : s) f[c]++;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    for (char c : t) f[c]--;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    for (auto &amp;p : f) if (p.second != 0) return false;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    return true;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15 — PROBLEM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First Unique Character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Find the first character whose frequency is exactly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Step 1: count all characters.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Step 2: scan left to right.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The first freq[c] == 1 is the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16 — SOLUTION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First Unique Character — C++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unordered_map&lt;char,int&gt; f;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for (char c : s) f[c]++;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for (int i = 0; i &lt; s.size(); i++)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    if (f[s[i]] == 1) return i;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return -1;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17 — PROBLEM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Majority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Find an element appearing more than n/2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Frequency approach: count every value, then find count &gt; n/2.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This gives O(n) average time with O(k) extra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18 —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What to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🧠 Frequency counting = key →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⚡ unordered_map makes updates/lookups average O(1)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🔁 Build once, then answer queries from the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🎯 Recognize it in duplicates, anagrams, unique elements, and counting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64008" cy="5806440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3604E"/>
                </a:solidFill>
                <a:latin typeface="Aptos"/>
              </a:rPr>
              <a:t>19 —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412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282D"/>
                </a:solidFill>
                <a:latin typeface="Comic Sans MS"/>
              </a:rPr>
              <a:t>DAY 35 PREVIEW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36192"/>
            <a:ext cx="1143000" cy="36576"/>
          </a:xfrm>
          <a:prstGeom prst="rect">
            <a:avLst/>
          </a:prstGeom>
          <a:solidFill>
            <a:srgbClr val="436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Next: HASHING PATTERNS &amp; INTERVIEW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We will combine hashing with problem-solving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6282D"/>
                </a:solidFill>
                <a:latin typeface="Comic Sans MS"/>
              </a:rPr>
              <a:t>• From “I know the data structure” → “I know when to use it.”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473952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F6369"/>
                </a:solidFill>
                <a:latin typeface="Aptos"/>
              </a:rPr>
              <a:t>DAY 34 • DSA FROM SCRATCH → ADVANCED   |   https://github.com/ritesh2687/dsa_ppt_post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6716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3604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