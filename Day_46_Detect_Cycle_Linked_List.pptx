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DAY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DETECT CYCLE IN A LINKED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BF8F40"/>
                </a:solidFill>
                <a:latin typeface="Aptos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87451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32323"/>
                </a:solidFill>
                <a:latin typeface="Aptos"/>
              </a:rPr>
              <a:t>LINKED LIST
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394960" cy="24688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0" y="233172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24323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6995159" y="233172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59" y="24323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7955279" y="233172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4323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8915400" y="233172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4323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0" y="233172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24323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37960" y="2587752"/>
            <a:ext cx="45720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80" y="2587752"/>
            <a:ext cx="45720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58200" y="2587752"/>
            <a:ext cx="45720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18320" y="2587752"/>
            <a:ext cx="45720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138160" y="2057400"/>
            <a:ext cx="1737360" cy="274320"/>
          </a:xfrm>
          <a:prstGeom prst="line">
            <a:avLst/>
          </a:prstGeom>
          <a:ln w="25400">
            <a:solidFill>
              <a:srgbClr val="BF8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89320" y="3337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F"/>
                </a:solidFill>
                <a:latin typeface="Comic Sans MS"/>
              </a:rPr>
              <a:t>Detect the loop → then learn where it starts tomorrow.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01/20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DAY 45 → FIND THE MIDDLE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Yesterday: slow moves 1 step, fast moves 2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The two-pointer idea helped us locate the middle.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Today, we reuse the same pair — but ask a different question: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“Can fast and slow ever meet?”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02/20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WHAT IS A CYCLE?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NORMAL vs CYCLIC LIST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3749039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516636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5196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6928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572000" y="1600200"/>
            <a:ext cx="2606040" cy="411480"/>
          </a:xfrm>
          <a:prstGeom prst="line">
            <a:avLst/>
          </a:prstGeom>
          <a:ln w="25400">
            <a:solidFill>
              <a:srgbClr val="BF8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0" y="1325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8F40"/>
                </a:solidFill>
                <a:latin typeface="Comic Sans MS"/>
              </a:rPr>
              <a:t>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Normal: 1 → 2 → 3 → 4 → 5 → NULL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965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Cyclic: 1 → 2 → 3 → 4 → 5 → 3 → 4 →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3542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A cycle exists when a node points back to an already reachable node.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7433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Key observation: there is no NULL exit from the loop.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03/20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WHY IS A CYCLE A PROBLEM?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THE TRAVERSAL NEVER 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A normal traversal eventually reaches NULL.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Inside a cycle, next keeps producing another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while (curr != nullptr) can become an infinite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Real-world intuition: walking around a circular track — you keep seeing the same places.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04/20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SPOT THE LOOP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3749039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516636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5196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6928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572000" y="1600200"/>
            <a:ext cx="2606040" cy="411480"/>
          </a:xfrm>
          <a:prstGeom prst="line">
            <a:avLst/>
          </a:prstGeom>
          <a:ln w="25400">
            <a:solidFill>
              <a:srgbClr val="BF8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0" y="1325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8F40"/>
                </a:solidFill>
                <a:latin typeface="Comic Sans MS"/>
              </a:rPr>
              <a:t>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No cycle: 1 → 2 → 3 → 4 → 5 → NULL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965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Cycle example: 1 → 2 → 3 → 4 →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3542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                         ↖       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7433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                          └─────┘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Here, 5 points back to 3 → the cycle is 3 → 4 → 5 → 3 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05/20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BASIC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HASH SET / VISITED NODES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Traverse from 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Before moving forward, check whether curr is already in a 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If yes → we reached the same node again → cycle detected.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If curr reaches NULL → no 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18888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37759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Idea: remember every node we have seen.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06/20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BRUTE FORCE 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REPEATED NODE = CYCLE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3749039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516636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5196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6928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572000" y="1600200"/>
            <a:ext cx="2606040" cy="411480"/>
          </a:xfrm>
          <a:prstGeom prst="line">
            <a:avLst/>
          </a:prstGeom>
          <a:ln w="25400">
            <a:solidFill>
              <a:srgbClr val="BF8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0" y="1325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8F40"/>
                </a:solidFill>
                <a:latin typeface="Comic Sans MS"/>
              </a:rPr>
              <a:t>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List: 1 → 2 → 3 → 4 → 5 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965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                    ↑       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3542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                    └───────┘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7433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Visited: {} → {1} → {1,2} → {1,2,3} → {1,2,3,4} → {1,2,3,4,5}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132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Next node = 3, but 3 is already visited → Cycle detected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07/20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BRUTE 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C++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6766560" cy="4251960"/>
          </a:xfrm>
          <a:prstGeom prst="roundRect">
            <a:avLst/>
          </a:prstGeom>
          <a:solidFill>
            <a:srgbClr val="22272E"/>
          </a:solidFill>
          <a:ln w="12700">
            <a:solidFill>
              <a:srgbClr val="22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6217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Consolas"/>
              </a:rPr>
              <a:t>bool hasCycle(Node* head) {
    unordered_set&lt;Node*&gt; seen;
    Node* curr = head;
    while (curr != nullptr) {
        if (seen.count(curr)) return true;
        seen.insert(curr);
        curr = curr-&gt;next;
    }
    return false;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554480"/>
            <a:ext cx="3794760" cy="42519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Important: store the NODE POINTER, not just its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0632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Two different nodes can contain the same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08/20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BRUTE 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COMPLEXITY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Time: O(n) — each node is processed at most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Space: O(n) — the set may store every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It works, but we are using extra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Can we detect a cycle with O(1) extra space?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09/20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CAN WE DO BETTER?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REUSE THE DAY 45 IDEA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Day 45 taught us: two pointers can move at different speeds.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What if slow moves 1 step and fast moves 2 steps?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If the list has no cycle → fast eventually reaches NULL.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If a cycle exists → fast keeps looping and can catch slow.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18888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37759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That leads to Floyd's Cycle Detection Algorithm.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FLOYD'S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SLOW + FAST POINTERS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slow = slow-&gt;next;        // +1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fast = fast-&gt;next-&gt;next;  // +2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If slow == fast → cycle exists.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If fast == nullptr OR fast-&gt;next == nullptr → no 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18888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37759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The magic: no visited set is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POINTER MOVEMENT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MAKE THE SPEED DIFFERENCE VISIBLE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3749039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516636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5196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6928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572000" y="1600200"/>
            <a:ext cx="2606040" cy="411480"/>
          </a:xfrm>
          <a:prstGeom prst="line">
            <a:avLst/>
          </a:prstGeom>
          <a:ln w="25400">
            <a:solidFill>
              <a:srgbClr val="BF8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0" y="1325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8F40"/>
                </a:solidFill>
                <a:latin typeface="Comic Sans MS"/>
              </a:rPr>
              <a:t>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5C49"/>
                </a:solidFill>
                <a:latin typeface="Comic Sans MS"/>
              </a:rPr>
              <a:t>slow → +1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F8F40"/>
                </a:solidFill>
                <a:latin typeface="Comic Sans MS"/>
              </a:rPr>
              <a:t>fast → +2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F8F40"/>
                </a:solidFill>
                <a:latin typeface="Comic Sans MS"/>
              </a:rPr>
              <a:t>They meet!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DETAILED 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1 → 2 → 3 → 4 → 5 → 3 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Start: slow=1, fast=1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1) slow=2, fast=3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2) slow=3, fast=5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3) slow=4, fast=4  ← They meet!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18888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37759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Conclusion: Cycle detected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62356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74243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Meeting point proves a cycle exists; it is not necessarily the cycle's start.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OPTIMAL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FLOYD'S CYCLE DETECTION — C++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3749039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516636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FFFDF7"/>
          </a:solidFill>
          <a:ln w="254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665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5196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69280" y="2221991"/>
            <a:ext cx="411480" cy="0"/>
          </a:xfrm>
          <a:prstGeom prst="line">
            <a:avLst/>
          </a:prstGeom>
          <a:ln w="25400">
            <a:solidFill>
              <a:srgbClr val="2F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572000" y="1600200"/>
            <a:ext cx="2606040" cy="411480"/>
          </a:xfrm>
          <a:prstGeom prst="line">
            <a:avLst/>
          </a:prstGeom>
          <a:ln w="25400">
            <a:solidFill>
              <a:srgbClr val="BF8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0" y="1325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8F40"/>
                </a:solidFill>
                <a:latin typeface="Comic Sans MS"/>
              </a:rPr>
              <a:t>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71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5F5F"/>
                </a:solidFill>
                <a:latin typeface="Comic Sans MS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1) S=2, F=3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2) S=3, F=5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5C49"/>
                </a:solidFill>
                <a:latin typeface="Aptos"/>
              </a:rPr>
              <a:t>3) S=4, F=4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WHY DOES IT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RUNNERS ON A CIRCULAR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6766560" cy="4251960"/>
          </a:xfrm>
          <a:prstGeom prst="roundRect">
            <a:avLst/>
          </a:prstGeom>
          <a:solidFill>
            <a:srgbClr val="22272E"/>
          </a:solidFill>
          <a:ln w="12700">
            <a:solidFill>
              <a:srgbClr val="222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6217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Consolas"/>
              </a:rPr>
              <a:t>Imagine slow and fast running on a circular track.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554480"/>
            <a:ext cx="3794760" cy="42519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slow moves 1 position; fast moves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0632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So fast gains 1 position every 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2062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On a finite circle, the faster runner eventually catches the slower runner.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3492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No cycle? There is no track to loop on — fast reaches NULL.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HASH SET vs FLOYD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Approach                 Time       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Hash Set / Visited       O(n)        O(n)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Floyd's Algorithm        O(n)        O(1)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Both are linear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18888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37759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Floyd uses O(1) auxiliary space.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WATCH THESE IN INTERVIEWS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846320" cy="594360"/>
          </a:xfrm>
          <a:prstGeom prst="roundRect">
            <a:avLst/>
          </a:prstGeom>
          <a:solidFill>
            <a:srgbClr val="2F5C49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751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828800"/>
            <a:ext cx="2103120" cy="594360"/>
          </a:xfrm>
          <a:prstGeom prst="roundRect">
            <a:avLst/>
          </a:prstGeom>
          <a:solidFill>
            <a:srgbClr val="2F5C49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79" y="1975104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828800"/>
            <a:ext cx="2103120" cy="594360"/>
          </a:xfrm>
          <a:prstGeom prst="roundRect">
            <a:avLst/>
          </a:prstGeom>
          <a:solidFill>
            <a:srgbClr val="2F5C49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75104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4846320" cy="5943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609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Hash Set / Visited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514600"/>
            <a:ext cx="2103120" cy="5943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79" y="2660904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O(n)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514600"/>
            <a:ext cx="2103120" cy="5943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660904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4846320" cy="5943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924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F5C49"/>
                </a:solidFill>
                <a:latin typeface="Aptos"/>
              </a:rPr>
              <a:t>Floyd's Algorithm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3246120"/>
            <a:ext cx="2103120" cy="5943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79" y="3392424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F5C49"/>
                </a:solidFill>
                <a:latin typeface="Aptos"/>
              </a:rPr>
              <a:t>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246120"/>
            <a:ext cx="2103120" cy="5943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92424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F5C49"/>
                </a:solidFill>
                <a:latin typeface="Aptos"/>
              </a:rPr>
              <a:t>O(1)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5C49"/>
                </a:solidFill>
                <a:latin typeface="Comic Sans MS"/>
              </a:rPr>
              <a:t>Same time. Less auxiliary memory.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INTERVIEW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Given the head of a singly linked list, determine whether the linked list contains a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Expected optimal approach: Floyd's Cycle Detection Algorithm.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Think before coding: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1. What are the two pointer speeds?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18888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37759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2. When do we return true?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62356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74243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3. When can we safely stop and return false?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DAY 46 IN ONE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• A cycle means a node can be reached again.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• Hashing detects repeated node pointers.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• Floyd uses slow (+1) and fast (+2).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• Meeting → cycle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18888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37759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• fast reaching NULL → no 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62356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74243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• Optimal auxiliary space = O(1).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C49"/>
                </a:solidFill>
                <a:latin typeface="Aptos"/>
              </a:rPr>
              <a:t>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Aptos"/>
              </a:rPr>
              <a:t>DAY 47 — FIND THE STARTING NODE OF A 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2F5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C49"/>
                </a:solidFill>
                <a:latin typeface="Aptos"/>
              </a:rPr>
              <a:t>Today: slow and fast MEET.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04872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But where did the cycle actually BEGIN?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9544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5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Tomorrow we use the meeting point to locate the cycle's starting node.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14216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1330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Teaser → meeting point ≠ cycle start.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18888"/>
            <a:ext cx="10789920" cy="61264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D7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37759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Keep going. The Linked List journey continues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ptos"/>
              </a:rPr>
              <a:t>DSA From Scratch → Advanced  •  DAY 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465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F5C49"/>
                </a:solidFill>
                <a:latin typeface="Aptos"/>
              </a:rPr>
              <a:t>https://github.com/ritesh2687/dsa_ppt_post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228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F"/>
                </a:solidFill>
                <a:latin typeface="Aptos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